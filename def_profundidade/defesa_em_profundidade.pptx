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855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28624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40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efesa</a:t>
            </a: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</a:t>
            </a:r>
            <a:r>
              <a:rPr lang="en-US" sz="40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2286000" y="3132598"/>
            <a:ext cx="457200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286000" y="313259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Caso: Bar do Índio Solutions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14400" y="3794760"/>
            <a:ext cx="1645920" cy="411480"/>
          </a:xfrm>
          <a:prstGeom prst="rect">
            <a:avLst/>
          </a:prstGeom>
          <a:solidFill>
            <a:srgbClr val="3B000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3794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60320" y="37947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34640" y="3794760"/>
            <a:ext cx="1645920" cy="411480"/>
          </a:xfrm>
          <a:prstGeom prst="rect">
            <a:avLst/>
          </a:prstGeom>
          <a:solidFill>
            <a:srgbClr val="3B000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834640" y="3794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480560" y="37947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54880" y="3794760"/>
            <a:ext cx="1645920" cy="411480"/>
          </a:xfrm>
          <a:prstGeom prst="rect">
            <a:avLst/>
          </a:prstGeom>
          <a:solidFill>
            <a:srgbClr val="3B000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54880" y="3794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SO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7947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5120" y="3794760"/>
            <a:ext cx="1645920" cy="411480"/>
          </a:xfrm>
          <a:prstGeom prst="rect">
            <a:avLst/>
          </a:prstGeom>
          <a:solidFill>
            <a:srgbClr val="3B000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75120" y="3794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Exfiltração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comprometeu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9154"/>
            <a:ext cx="2926080" cy="505434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3716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CONSCIENTIZAÇÃO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716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 Humano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3063240"/>
            <a:ext cx="219456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716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EVITARIA: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" y="35204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funcionário não teria clicado no link malicioso, impedindo a instalação do malware desde o início.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246120" y="22860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108960" y="201168"/>
            <a:ext cx="5486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0" y="5943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Treinamentos regulares para que funcionários reconheçam ameaças como phishing, utilizem senhas fortes e saibam reportar atividades suspeitas. É considerada a camada mais crítica, pois o erro humano é o principal vetor de ataques.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46120" y="150876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EDIDAS CONCRETAS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108960" y="1481328"/>
            <a:ext cx="54864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108960" y="196596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46120" y="212140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4612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03320" y="2057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Simulações de Phishing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03320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periódicas de e-mails falsos para medir e treinar a resposta dos funcionários.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108960" y="283464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46120" y="299008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4612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703320" y="2926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Treinamentos obrigatórios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703320" y="3200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sobre reconhecimento de engenharia social, senhas seguras e MFA.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108960" y="370332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246120" y="385876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24612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703320" y="37947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reporte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703320" y="4069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claro para funcionários reportarem e-mails suspeitos sem penalidade.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9154"/>
            <a:ext cx="2926080" cy="505434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3716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</a:p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REDE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716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do Perímetro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3063240"/>
            <a:ext cx="219456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716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EVITARIA: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" y="35204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malware não conseguiria se propagar lateralmente na rede nem alcançar o servidor de banco de dados.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246120" y="22860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108960" y="201168"/>
            <a:ext cx="54864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0" y="5943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intrusões na rede corporativa por meio de controle de tráfego, detecção de comportamentos anômalos e segmentação. Impede que um host comprometido se comunique livremente com o restante da infraestrutura.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46120" y="150876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CONCRETAS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108960" y="1481328"/>
            <a:ext cx="54864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108960" y="196596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46120" y="2121408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4612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03320" y="2057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+ IPS/IDS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03320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de tráfego não autorizado e detecção de padrões de ataque em tempo real.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108960" y="283464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46120" y="2990088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4612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703320" y="2926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rede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703320" y="3200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de zonas (servidores, estações, banco de dados) para limitar o movimento lateral.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108960" y="370332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246120" y="3858768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24612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703320" y="37947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para </a:t>
            </a:r>
            <a:r>
              <a:rPr lang="en-US" sz="12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703320" y="4069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acesso externo autenticado e criptografado via VPN corporativa.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9154"/>
            <a:ext cx="2926080" cy="505434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3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3716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ENDPOINT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716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e SO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3063240"/>
            <a:ext cx="219456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716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EVITARIA: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" y="35204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servidor atualizado não teria a vulnerabilidade explorada pelo malware, bloqueando o movimento lateral.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246120" y="22860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108960" y="201168"/>
            <a:ext cx="54864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0" y="5943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dos dispositivos individuais (computadores, servidores) contra exploração de vulnerabilidades. Inclui antivírus, antimalware e, principalmente, gestão de patches para manter sistemas atualizados e sem brechas conhecidas.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46120" y="150876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CONCRETAS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108960" y="1481328"/>
            <a:ext cx="54864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108960" y="196596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46120" y="2121408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4612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03320" y="2057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patches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03320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automatizado de atualização do SO e softwares em todos os endpoints.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108960" y="283464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46120" y="2990088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4612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703320" y="2926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Antivírus / EDR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703320" y="3200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e resposta em endpoint para identificar comportamentos maliciosos em tempo real.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108960" y="370332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246120" y="3858768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24612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703320" y="37947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de servidores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703320" y="4069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Desativação de serviços desnecessários e configurações seguras por padrão.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9154"/>
            <a:ext cx="2926080" cy="505434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4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3716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</a:p>
          <a:p>
            <a:pPr algn="ctr"/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APLICAÇÃO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716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3063240"/>
            <a:ext cx="219456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716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EVITARIA: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" y="35204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 superfície de ataque no sistema web, dificultando acesso não autorizado à aplicação e seus dados.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246120" y="22860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108960" y="201168"/>
            <a:ext cx="54864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0" y="5943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o sistema web usado pelos clientes seja protegido contra ameaças na camada de aplicação. Inclui práticas de desenvolvimento seguro (DevSecOps), testes de penetração e criptografia das comunicações.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46120" y="150876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CONCRETAS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108960" y="1481328"/>
            <a:ext cx="54864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108960" y="196596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46120" y="2121408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4612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03320" y="2057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penetração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03320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Pentests regulares para identificar falhas antes que atacantes as explorem.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108960" y="283464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46120" y="2990088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4612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703320" y="2926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TLS obrigatório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703320" y="3200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comunicações do sistema de gestão criptografadas em trânsito.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108960" y="370332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246120" y="3858768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24612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703320" y="37947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703320" y="4069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integrada ao ciclo de desenvolvimento: revisão de código, análise estática (SAST).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9154"/>
            <a:ext cx="2926080" cy="505434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5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37160" y="17830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7160" y="2514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Final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3063240"/>
            <a:ext cx="219456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716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EVITARIA: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" y="35204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exfiltrados estariam criptografados e seriam inúteis para os atacantes sem a chave de acesso.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3246120" y="22860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108960" y="201168"/>
            <a:ext cx="54864" cy="4114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0" y="5943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os dados em repouso e em trânsito mesmo que todas as outras camadas falhem. É a última linha de defesa: mesmo com acesso ao banco de dados, os dados são inúteis sem a chave de descriptografia.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46120" y="150876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CONCRETAS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108960" y="1481328"/>
            <a:ext cx="54864" cy="4114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108960" y="196596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46120" y="2121408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246120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03320" y="2057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em repouso e trânsito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03320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banco criptografados (AES-256) e comunicações via TLS.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108960" y="283464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46120" y="2990088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46120" y="2990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703320" y="29260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Controle por função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703320" y="3200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usuário/serviço acessa apenas o mínimo necessário (princípio do menor privilégio).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108960" y="3703320"/>
            <a:ext cx="57607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246120" y="3858768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24612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703320" y="37947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e política de retenção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703320" y="4069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automáticos criptografados e offsite para garantir recuperação em caso de incidente.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640</Words>
  <Application>Microsoft Office PowerPoint</Application>
  <PresentationFormat>Apresentação na tela (16:9)</PresentationFormat>
  <Paragraphs>106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 in Depth - Bar do Índio Solutions</dc:title>
  <dc:subject>PptxGenJS Presentation</dc:subject>
  <dc:creator>PptxGenJS</dc:creator>
  <cp:lastModifiedBy>Ryann Valim</cp:lastModifiedBy>
  <cp:revision>4</cp:revision>
  <dcterms:created xsi:type="dcterms:W3CDTF">2026-03-11T22:38:13Z</dcterms:created>
  <dcterms:modified xsi:type="dcterms:W3CDTF">2026-03-12T20:18:03Z</dcterms:modified>
</cp:coreProperties>
</file>